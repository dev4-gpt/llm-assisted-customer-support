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LLM-Assisted Customer Support Triage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Project Presentation (Evidence-Backed, 50 Slides)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Problem</a:t>
            </a:r>
          </a:p>
          <a:p>
            <a:pPr>
              <a:defRPr sz="2000"/>
            </a:pPr>
            <a:r>
              <a:t>Architecture</a:t>
            </a:r>
          </a:p>
          <a:p>
            <a:pPr>
              <a:defRPr sz="2000"/>
            </a:pPr>
            <a:r>
              <a:t>Implementation</a:t>
            </a:r>
          </a:p>
          <a:p>
            <a:pPr>
              <a:defRPr sz="2000"/>
            </a:pPr>
            <a:r>
              <a:t>Results</a:t>
            </a:r>
          </a:p>
          <a:p>
            <a:pPr>
              <a:defRPr sz="2000"/>
            </a:pPr>
            <a:r>
              <a:t>Evaluation</a:t>
            </a:r>
          </a:p>
          <a:p>
            <a:pPr>
              <a:defRPr sz="2000"/>
            </a:pPr>
            <a:r>
              <a:t>Alignment</a:t>
            </a:r>
          </a:p>
          <a:p>
            <a:pPr>
              <a:defRPr sz="2000"/>
            </a:pPr>
            <a:r>
              <a:t>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Support queues are noisy and high-volume</a:t>
            </a:r>
          </a:p>
          <a:p>
            <a:pPr>
              <a:defRPr sz="2000"/>
            </a:pPr>
            <a:r>
              <a:t>Manual triage is slow and inconsistent</a:t>
            </a:r>
          </a:p>
          <a:p>
            <a:pPr>
              <a:defRPr sz="2000"/>
            </a:pPr>
            <a:r>
              <a:t>Need explainable AI-assisted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Automate triage and quality monitoring</a:t>
            </a:r>
          </a:p>
          <a:p>
            <a:pPr>
              <a:defRPr sz="2000"/>
            </a:pPr>
            <a:r>
              <a:t>Provide summarization and policy grounding</a:t>
            </a:r>
          </a:p>
          <a:p>
            <a:pPr>
              <a:defRPr sz="2000"/>
            </a:pPr>
            <a:r>
              <a:t>Deliver reproducible demo-ready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Endpoints: triage, quality, pipeline, summarize, rag/context</a:t>
            </a:r>
          </a:p>
          <a:p>
            <a:pPr>
              <a:defRPr sz="2000"/>
            </a:pPr>
            <a:r>
              <a:t>Inference-first architecture with optional training paths</a:t>
            </a:r>
          </a:p>
          <a:p>
            <a:pPr>
              <a:defRPr sz="2000"/>
            </a:pPr>
            <a:r>
              <a:t>Production-style API + tests + docs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NLP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Intent/category classification</a:t>
            </a:r>
          </a:p>
          <a:p>
            <a:pPr>
              <a:defRPr sz="2000"/>
            </a:pPr>
            <a:r>
              <a:t>Priority and sentiment estimation</a:t>
            </a:r>
          </a:p>
          <a:p>
            <a:pPr>
              <a:defRPr sz="2000"/>
            </a:pPr>
            <a:r>
              <a:t>Response quality scoring</a:t>
            </a:r>
          </a:p>
          <a:p>
            <a:pPr>
              <a:defRPr sz="2000"/>
            </a:pPr>
            <a:r>
              <a:t>Thread summarization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Notebook/API client -&gt; FastAPI -&gt; services</a:t>
            </a:r>
          </a:p>
          <a:p>
            <a:pPr>
              <a:defRPr sz="2000"/>
            </a:pPr>
            <a:r>
              <a:t>LLM client shared by triage/quality/summarization</a:t>
            </a:r>
          </a:p>
          <a:p>
            <a:pPr>
              <a:defRPr sz="2000"/>
            </a:pPr>
            <a:r>
              <a:t>Pipeline runs triage and quality concurrently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Assets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Golden eval set: data/golden/eval_set.jsonl</a:t>
            </a:r>
          </a:p>
          <a:p>
            <a:pPr>
              <a:defRPr sz="2000"/>
            </a:pPr>
            <a:r>
              <a:t>Policy snippets for RAG: data/policy_snippets.json</a:t>
            </a:r>
          </a:p>
          <a:p>
            <a:pPr>
              <a:defRPr sz="2000"/>
            </a:pPr>
            <a:r>
              <a:t>Demo transformer data: artifacts/demo_tickets.csv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Environment-driven settings via app/core/config.py</a:t>
            </a:r>
          </a:p>
          <a:p>
            <a:pPr>
              <a:defRPr sz="2000"/>
            </a:pPr>
            <a:r>
              <a:t>Provider profiles: ollama/openrouter/nvidia/manual</a:t>
            </a:r>
          </a:p>
          <a:p>
            <a:pPr>
              <a:defRPr sz="2000"/>
            </a:pPr>
            <a:r>
              <a:t>Feature flags for optional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Contract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Pydantic models as source of truth</a:t>
            </a:r>
          </a:p>
          <a:p>
            <a:pPr>
              <a:defRPr sz="2000"/>
            </a:pPr>
            <a:r>
              <a:t>Strict schema validation and explicit error handling</a:t>
            </a:r>
          </a:p>
          <a:p>
            <a:pPr>
              <a:defRPr sz="2000"/>
            </a:pPr>
            <a:r>
              <a:t>Deterministic routing matrix outside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Triage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LLM returns structured JSON</a:t>
            </a:r>
          </a:p>
          <a:p>
            <a:pPr>
              <a:defRPr sz="2000"/>
            </a:pPr>
            <a:r>
              <a:t>Priority/category/intents normalized and validated</a:t>
            </a:r>
          </a:p>
          <a:p>
            <a:pPr>
              <a:defRPr sz="2000"/>
            </a:pPr>
            <a:r>
              <a:t>Routing determined by matrix + sentiment escalation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Rubric-based scoring (empathetic/actionable/safety/resolution)</a:t>
            </a:r>
          </a:p>
          <a:p>
            <a:pPr>
              <a:defRPr sz="2000"/>
            </a:pPr>
            <a:r>
              <a:t>Pass/fail threshold from config</a:t>
            </a:r>
          </a:p>
          <a:p>
            <a:pPr>
              <a:defRPr sz="2000"/>
            </a:pPr>
            <a:r>
              <a:t>Coaching feedback and flagged phrases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Runs triage + quality in parallel</a:t>
            </a:r>
          </a:p>
          <a:p>
            <a:pPr>
              <a:defRPr sz="2000"/>
            </a:pPr>
            <a:r>
              <a:t>Computes SLA recommendation</a:t>
            </a:r>
          </a:p>
          <a:p>
            <a:pPr>
              <a:defRPr sz="2000"/>
            </a:pPr>
            <a:r>
              <a:t>Returns workflow_passed aggregate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Summarization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Multi-turn thread summarization</a:t>
            </a:r>
          </a:p>
          <a:p>
            <a:pPr>
              <a:defRPr sz="2000"/>
            </a:pPr>
            <a:r>
              <a:t>Returns summary, key_points, confidence</a:t>
            </a:r>
          </a:p>
          <a:p>
            <a:pPr>
              <a:defRPr sz="2000"/>
            </a:pPr>
            <a:r>
              <a:t>Schema-validated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Default lexical retrieval over policy snippets</a:t>
            </a:r>
          </a:p>
          <a:p>
            <a:pPr>
              <a:defRPr sz="2000"/>
            </a:pPr>
            <a:r>
              <a:t>Optional embedding retrieval backend</a:t>
            </a:r>
          </a:p>
          <a:p>
            <a:pPr>
              <a:defRPr sz="2000"/>
            </a:pPr>
            <a:r>
              <a:t>Used for grounding quality/triage prompts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Provider-agnostic OpenAI-compatible + Anthropic support</a:t>
            </a:r>
          </a:p>
          <a:p>
            <a:pPr>
              <a:defRPr sz="2000"/>
            </a:pPr>
            <a:r>
              <a:t>Retries, timeout handling, JSON parse safeguards</a:t>
            </a:r>
          </a:p>
          <a:p>
            <a:pPr>
              <a:defRPr sz="2000"/>
            </a:pPr>
            <a:r>
              <a:t>Metrics labels include prompt_version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Issue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Hosted model output drift produced invalid labels (e.g., refund)</a:t>
            </a:r>
          </a:p>
          <a:p>
            <a:pPr>
              <a:defRPr sz="2000"/>
            </a:pPr>
            <a:r>
              <a:t>Pipeline could fail with 422 on strict enum validation</a:t>
            </a:r>
          </a:p>
          <a:p>
            <a:pPr>
              <a:defRPr sz="2000"/>
            </a:pPr>
            <a:r>
              <a:t>Needed deterministic recovery 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Fix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Synonym normalization for common off-schema labels</a:t>
            </a:r>
          </a:p>
          <a:p>
            <a:pPr>
              <a:defRPr sz="2000"/>
            </a:pPr>
            <a:r>
              <a:t>Embedding-similarity fallback mapping</a:t>
            </a:r>
          </a:p>
          <a:p>
            <a:pPr>
              <a:defRPr sz="2000"/>
            </a:pPr>
            <a:r>
              <a:t>Strict final validation preserved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 Fallback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File: app/services/intent_fallback_service.py</a:t>
            </a:r>
          </a:p>
          <a:p>
            <a:pPr>
              <a:defRPr sz="2000"/>
            </a:pPr>
            <a:r>
              <a:t>Maps invalid labels into allowed taxonomy</a:t>
            </a:r>
          </a:p>
          <a:p>
            <a:pPr>
              <a:defRPr sz="2000"/>
            </a:pPr>
            <a:r>
              <a:t>Feature-gated with config flags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Fallback Config Flags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TRIAGE_EMBEDDING_FALLBACK_ENABLED</a:t>
            </a:r>
          </a:p>
          <a:p>
            <a:pPr>
              <a:defRPr sz="2000"/>
            </a:pPr>
            <a:r>
              <a:t>TRIAGE_EMBEDDING_MODEL</a:t>
            </a:r>
          </a:p>
          <a:p>
            <a:pPr>
              <a:defRPr sz="2000"/>
            </a:pPr>
            <a:r>
              <a:t>TRIAGE_EMBEDDING_MIN_SIMILARITY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Unit tests for services and fallback</a:t>
            </a:r>
          </a:p>
          <a:p>
            <a:pPr>
              <a:defRPr sz="2000"/>
            </a:pPr>
            <a:r>
              <a:t>Integration tests for API and full pipeline</a:t>
            </a:r>
          </a:p>
          <a:p>
            <a:pPr>
              <a:defRPr sz="2000"/>
            </a:pPr>
            <a:r>
              <a:t>Deterministic e2e tests for demo reliability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Sweep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Core tests passed</a:t>
            </a:r>
          </a:p>
          <a:p>
            <a:pPr>
              <a:defRPr sz="2000"/>
            </a:pPr>
            <a:r>
              <a:t>JSON/TOML/YAML syntax validated</a:t>
            </a:r>
          </a:p>
          <a:p>
            <a:pPr>
              <a:defRPr sz="2000"/>
            </a:pPr>
            <a:r>
              <a:t>Notebook endpoint flow validated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README + alignment docs updated</a:t>
            </a:r>
          </a:p>
          <a:p>
            <a:pPr>
              <a:defRPr sz="2000"/>
            </a:pPr>
            <a:r>
              <a:t>Notebook warm-up + retry guidance added</a:t>
            </a:r>
          </a:p>
          <a:p>
            <a:pPr>
              <a:defRPr sz="2000"/>
            </a:pPr>
            <a:r>
              <a:t>Cleanup performed for generated clutter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app/: runtime services and API</a:t>
            </a:r>
          </a:p>
          <a:p>
            <a:pPr>
              <a:defRPr sz="2000"/>
            </a:pPr>
            <a:r>
              <a:t>scripts/: training/evaluation tooling</a:t>
            </a:r>
          </a:p>
          <a:p>
            <a:pPr>
              <a:defRPr sz="2000"/>
            </a:pPr>
            <a:r>
              <a:t>tests/: verification</a:t>
            </a:r>
          </a:p>
          <a:p>
            <a:pPr>
              <a:defRPr sz="2000"/>
            </a:pPr>
            <a:r>
              <a:t>docs/: evidence/presentation assets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Start uvicorn</a:t>
            </a:r>
          </a:p>
          <a:p>
            <a:pPr>
              <a:defRPr sz="2000"/>
            </a:pPr>
            <a:r>
              <a:t>Warm-up triage call</a:t>
            </a:r>
          </a:p>
          <a:p>
            <a:pPr>
              <a:defRPr sz="2000"/>
            </a:pPr>
            <a:r>
              <a:t>Run 5 endpoint showcase</a:t>
            </a:r>
          </a:p>
          <a:p>
            <a:pPr>
              <a:defRPr sz="2000"/>
            </a:pPr>
            <a:r>
              <a:t>Inspect structured outputs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Secrets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.env local-only, .env.example template</a:t>
            </a:r>
          </a:p>
          <a:p>
            <a:pPr>
              <a:defRPr sz="2000"/>
            </a:pPr>
            <a:r>
              <a:t>Do not commit provider keys</a:t>
            </a:r>
          </a:p>
          <a:p>
            <a:pPr>
              <a:defRPr sz="2000"/>
            </a:pPr>
            <a:r>
              <a:t>API key middleware optional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Prometheus metrics available</a:t>
            </a:r>
          </a:p>
          <a:p>
            <a:pPr>
              <a:defRPr sz="2000"/>
            </a:pPr>
            <a:r>
              <a:t>Structured logs with service context</a:t>
            </a:r>
          </a:p>
          <a:p>
            <a:pPr>
              <a:defRPr sz="2000"/>
            </a:pPr>
            <a:r>
              <a:t>Prompt version labeling for regression tracking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Offline eval using golden set</a:t>
            </a:r>
          </a:p>
          <a:p>
            <a:pPr>
              <a:defRPr sz="2000"/>
            </a:pPr>
            <a:r>
              <a:t>Category + priority accuracy</a:t>
            </a:r>
          </a:p>
          <a:p>
            <a:pPr>
              <a:defRPr sz="2000"/>
            </a:pPr>
            <a:r>
              <a:t>Quality mean score + summarization ROUGE-L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Fine-Tune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Optional script: train_triage_transformer.py</a:t>
            </a:r>
          </a:p>
          <a:p>
            <a:pPr>
              <a:defRPr sz="2000"/>
            </a:pPr>
            <a:r>
              <a:t>Produces checkpoint under artifacts/</a:t>
            </a:r>
          </a:p>
          <a:p>
            <a:pPr>
              <a:defRPr sz="2000"/>
            </a:pPr>
            <a:r>
              <a:t>Can be used as triage hint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Classifier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Optional TF-IDF + Logistic Regression</a:t>
            </a:r>
          </a:p>
          <a:p>
            <a:pPr>
              <a:defRPr sz="2000"/>
            </a:pPr>
            <a:r>
              <a:t>Used as lightweight hint in triage prompt</a:t>
            </a:r>
          </a:p>
          <a:p>
            <a:pPr>
              <a:defRPr sz="2000"/>
            </a:pPr>
            <a:r>
              <a:t>Supports ablation-style demos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EDA</a:t>
            </a:r>
          </a:p>
          <a:p>
            <a:pPr>
              <a:defRPr sz="2000"/>
            </a:pPr>
            <a:r>
              <a:t>Offline evaluation</a:t>
            </a:r>
          </a:p>
          <a:p>
            <a:pPr>
              <a:defRPr sz="2000"/>
            </a:pPr>
            <a:r>
              <a:t>Optional transformer training</a:t>
            </a:r>
          </a:p>
          <a:p>
            <a:pPr>
              <a:defRPr sz="2000"/>
            </a:pPr>
            <a:r>
              <a:t>Live API endpoint checks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Risk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Claims-vs-evidence matrix prepared</a:t>
            </a:r>
          </a:p>
          <a:p>
            <a:pPr>
              <a:defRPr sz="2000"/>
            </a:pPr>
            <a:r>
              <a:t>Optional features clearly labeled</a:t>
            </a:r>
          </a:p>
          <a:p>
            <a:pPr>
              <a:defRPr sz="2000"/>
            </a:pPr>
            <a:r>
              <a:t>Future work explicitly separated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Cleanup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Removed only generated cache/metadata</a:t>
            </a:r>
          </a:p>
          <a:p>
            <a:pPr>
              <a:defRPr sz="2000"/>
            </a:pPr>
            <a:r>
              <a:t>Preserved source, tests, docs, artifacts</a:t>
            </a:r>
          </a:p>
          <a:p>
            <a:pPr>
              <a:defRPr sz="2000"/>
            </a:pPr>
            <a:r>
              <a:t>Cleaner repo for final presentation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Alignment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End-to-end NLP pipeline</a:t>
            </a:r>
          </a:p>
          <a:p>
            <a:pPr>
              <a:defRPr sz="2000"/>
            </a:pPr>
            <a:r>
              <a:t>Embeddings + transfer learning</a:t>
            </a:r>
          </a:p>
          <a:p>
            <a:pPr>
              <a:defRPr sz="2000"/>
            </a:pPr>
            <a:r>
              <a:t>Evaluation methodology</a:t>
            </a:r>
          </a:p>
          <a:p>
            <a:pPr>
              <a:defRPr sz="2000"/>
            </a:pPr>
            <a:r>
              <a:t>Production engineering practice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Alignment -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Semantic similarity fallback</a:t>
            </a:r>
          </a:p>
          <a:p>
            <a:pPr>
              <a:defRPr sz="2000"/>
            </a:pPr>
            <a:r>
              <a:t>Optional embedding RAG backend</a:t>
            </a:r>
          </a:p>
          <a:p>
            <a:pPr>
              <a:defRPr sz="2000"/>
            </a:pPr>
            <a:r>
              <a:t>Connects to representation learning concepts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Alignment -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Optional BERT/RoBERTa fine-tuning script</a:t>
            </a:r>
          </a:p>
          <a:p>
            <a:pPr>
              <a:defRPr sz="2000"/>
            </a:pPr>
            <a:r>
              <a:t>Inference-time hint integration</a:t>
            </a:r>
          </a:p>
          <a:p>
            <a:pPr>
              <a:defRPr sz="2000"/>
            </a:pPr>
            <a:r>
              <a:t>Transfer learning from pretrained models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Lecture Alignment -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Classification metrics</a:t>
            </a:r>
          </a:p>
          <a:p>
            <a:pPr>
              <a:defRPr sz="2000"/>
            </a:pPr>
            <a:r>
              <a:t>Quality scoring metrics</a:t>
            </a:r>
          </a:p>
          <a:p>
            <a:pPr>
              <a:defRPr sz="2000"/>
            </a:pPr>
            <a:r>
              <a:t>Summarization ROUGE-L</a:t>
            </a:r>
          </a:p>
          <a:p>
            <a:pPr>
              <a:defRPr sz="2000"/>
            </a:pPr>
            <a:r>
              <a:t>Regression-focused evaluation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NER standalone module not shipped</a:t>
            </a:r>
          </a:p>
          <a:p>
            <a:pPr>
              <a:defRPr sz="2000"/>
            </a:pPr>
            <a:r>
              <a:t>Large-corpus training remains optional</a:t>
            </a:r>
          </a:p>
          <a:p>
            <a:pPr>
              <a:defRPr sz="2000"/>
            </a:pPr>
            <a:r>
              <a:t>External integrations are partial/stubbed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NER extraction module</a:t>
            </a:r>
          </a:p>
          <a:p>
            <a:pPr>
              <a:defRPr sz="2000"/>
            </a:pPr>
            <a:r>
              <a:t>Expanded dataset experiments</a:t>
            </a:r>
          </a:p>
          <a:p>
            <a:pPr>
              <a:defRPr sz="2000"/>
            </a:pPr>
            <a:r>
              <a:t>Richer analytics dashboards</a:t>
            </a:r>
          </a:p>
          <a:p>
            <a:pPr>
              <a:defRPr sz="2000"/>
            </a:pPr>
            <a:r>
              <a:t>Deeper connector automation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Reliable production-style NLP stack</a:t>
            </a:r>
          </a:p>
          <a:p>
            <a:pPr>
              <a:defRPr sz="2000"/>
            </a:pPr>
            <a:r>
              <a:t>Robustness fix for real-world label drift</a:t>
            </a:r>
          </a:p>
          <a:p>
            <a:pPr>
              <a:defRPr sz="2000"/>
            </a:pPr>
            <a:r>
              <a:t>Reproducible demo and verification artifacts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Key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app/services/triage_service.py</a:t>
            </a:r>
          </a:p>
          <a:p>
            <a:pPr>
              <a:defRPr sz="2000"/>
            </a:pPr>
            <a:r>
              <a:t>app/services/intent_fallback_service.py</a:t>
            </a:r>
          </a:p>
          <a:p>
            <a:pPr>
              <a:defRPr sz="2000"/>
            </a:pPr>
            <a:r>
              <a:t>tests/integration/test_pipeline_label_recovery.py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Core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pytest ... --no-cov</a:t>
            </a:r>
          </a:p>
          <a:p>
            <a:pPr>
              <a:defRPr sz="2000"/>
            </a:pPr>
            <a:r>
              <a:t>python scripts/run_offline_eval.py ...</a:t>
            </a:r>
          </a:p>
          <a:p>
            <a:pPr>
              <a:defRPr sz="2000"/>
            </a:pPr>
            <a:r>
              <a:t>uvicorn app.main:app --host 127.0.0.1 --port 8000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Demo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Correct .env profile/model</a:t>
            </a:r>
          </a:p>
          <a:p>
            <a:pPr>
              <a:defRPr sz="2000"/>
            </a:pPr>
            <a:r>
              <a:t>Restart uvicorn after env changes</a:t>
            </a:r>
          </a:p>
          <a:p>
            <a:pPr>
              <a:defRPr sz="2000"/>
            </a:pPr>
            <a:r>
              <a:t>Run notebook warm-up before full endpoint cell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Offline Evaluation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Triage category accuracy: N/A</a:t>
            </a:r>
          </a:p>
          <a:p>
            <a:pPr>
              <a:defRPr sz="2000"/>
            </a:pPr>
            <a:r>
              <a:t>Triage category micro F1: N/A</a:t>
            </a:r>
          </a:p>
          <a:p>
            <a:pPr>
              <a:defRPr sz="2000"/>
            </a:pPr>
            <a:r>
              <a:t>Triage category macro F1: N/A</a:t>
            </a:r>
          </a:p>
          <a:p>
            <a:pPr>
              <a:defRPr sz="2000"/>
            </a:pPr>
            <a:r>
              <a:t>Triage priority accuracy: N/A</a:t>
            </a:r>
          </a:p>
          <a:p>
            <a:pPr>
              <a:defRPr sz="2000"/>
            </a:pPr>
            <a:r>
              <a:t>Quality mean score: N/A</a:t>
            </a:r>
          </a:p>
          <a:p>
            <a:pPr>
              <a:defRPr sz="2000"/>
            </a:pPr>
            <a:r>
              <a:t>Summarization ROUGE-L F1: N/A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 Demo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Eval loss: 1.6039255857467651</a:t>
            </a:r>
          </a:p>
          <a:p>
            <a:pPr>
              <a:defRPr sz="2000"/>
            </a:pPr>
            <a:r>
              <a:t>Eval accuracy: 0.5</a:t>
            </a:r>
          </a:p>
          <a:p>
            <a:pPr>
              <a:defRPr sz="2000"/>
            </a:pPr>
            <a:r>
              <a:t>Eval runtime: 0.7725</a:t>
            </a:r>
          </a:p>
          <a:p>
            <a:pPr>
              <a:defRPr sz="2000"/>
            </a:pPr>
            <a:r>
              <a:t>Epochs: 1.0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Golden Task Counts</a:t>
            </a:r>
          </a:p>
        </p:txBody>
      </p:sp>
      <p:pic>
        <p:nvPicPr>
          <p:cNvPr id="3" name="Picture 2" descr="golden_task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6768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Distribution of golden-set tasks used in offline analysis.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Text Length by Task</a:t>
            </a:r>
          </a:p>
        </p:txBody>
      </p:sp>
      <p:pic>
        <p:nvPicPr>
          <p:cNvPr id="3" name="Picture 2" descr="golden_text_length_by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1422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Text length spread by task type for coverage sanity check.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Triage Category Distribution</a:t>
            </a:r>
          </a:p>
        </p:txBody>
      </p:sp>
      <p:pic>
        <p:nvPicPr>
          <p:cNvPr id="3" name="Picture 2" descr="golden_triage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4136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Category distribution in the golden set.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Triage Priority Distribution</a:t>
            </a:r>
          </a:p>
        </p:txBody>
      </p:sp>
      <p:pic>
        <p:nvPicPr>
          <p:cNvPr id="3" name="Picture 2" descr="golden_triage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680960" cy="3768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Priority distribution in the golden set.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Additional Q&amp;A support material.</a:t>
            </a:r>
          </a:p>
          <a:p>
            <a:pPr>
              <a:defRPr sz="2000"/>
            </a:pPr>
            <a:r>
              <a:t>Use this slot for live demo observations.</a:t>
            </a:r>
          </a:p>
          <a:p>
            <a:pPr>
              <a:defRPr sz="2000"/>
            </a:pPr>
            <a:r>
              <a:t>Map answers back to docs/claims-evidence matrix.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